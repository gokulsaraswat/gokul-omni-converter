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99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0" y="0"/>
            <a:ext cx="7556078" cy="1069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